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1041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800" kern="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PROGRAM SYNTHESIS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10412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· MAY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686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PITCH DECK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655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spc="-2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writes the code.</a:t>
            </a:r>
            <a:endParaRPr lang="en-US" sz="90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1655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spc="-200" kern="0" dirty="0">
                <a:solidFill>
                  <a:srgbClr val="14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approves the merge.</a:t>
            </a:r>
            <a:endParaRPr lang="en-US" sz="9000" dirty="0"/>
          </a:p>
        </p:txBody>
      </p:sp>
      <p:sp>
        <p:nvSpPr>
          <p:cNvPr id="9" name="Text 6"/>
          <p:cNvSpPr/>
          <p:nvPr/>
        </p:nvSpPr>
        <p:spPr>
          <a:xfrm>
            <a:off x="868680" y="612648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ZK-attested · spec-driven code review for the AI-synthesis era.</a:t>
            </a:r>
            <a:endParaRPr lang="en-US" sz="1800" dirty="0"/>
          </a:p>
        </p:txBody>
      </p:sp>
      <p:pic>
        <p:nvPicPr>
          <p:cNvPr id="10" name="Image 1" descr="/sessions/sharp-wizardly-bell/mnt/outpu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3136392"/>
            <a:ext cx="2560320" cy="2560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68680" y="8686800"/>
            <a:ext cx="165506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8915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AUTHOR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68680" y="9189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Sumit Vekariya · Solo entry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0" y="8915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0" y="9189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Specification   /   3 · Spec-driven dev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3761720" y="8915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932920" y="9189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808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veridict.zkred.tech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spc="-1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868680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91640" y="3383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Hello, here is Veridict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3886200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950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91640" y="39502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is leaking trust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68680" y="4453128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5171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1640" y="45171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68680" y="5020056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5084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91640" y="50840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primitives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68680" y="5586984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56509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91640" y="56509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68680" y="6153912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6217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691640" y="6217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built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68680" y="6720840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6784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91640" y="67848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deployment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868680" y="7287768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73517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691640" y="73517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numbers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868680" y="7854696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79187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691640" y="79187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model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868680" y="8421624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8680" y="84856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691640" y="84856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 &amp; what's next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868680" y="8988552"/>
            <a:ext cx="86868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5156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515600" y="3794760"/>
            <a:ext cx="6903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code review today rests on a single named maintainer. </a:t>
            </a:r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synthesis makes that worse. Review volume now exceeds what any one human can verify by reading. </a:t>
            </a:r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 is a merge gate that decouples </a:t>
            </a:r>
            <a:pPr indent="0" marL="0">
              <a:buNone/>
            </a:pPr>
            <a:r>
              <a:rPr lang="en-US" sz="16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qualified-reviewer-ness </a:t>
            </a:r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</a:t>
            </a:r>
            <a:pPr indent="0" marL="0">
              <a:buNone/>
            </a:pPr>
            <a:r>
              <a:rPr lang="en-US" sz="16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identity. </a:t>
            </a:r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formal proofs verify the PR. One ZK signature authorises it. Zero identities revealed.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515600" y="8686800"/>
            <a:ext cx="69037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515600" y="8915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at  →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2801600" y="8915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veridict.zkred.tech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/ INTRODUCTION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1655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spc="-2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hello, here is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868680" y="4114800"/>
            <a:ext cx="1655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spc="-200" kern="0" dirty="0">
                <a:solidFill>
                  <a:srgbClr val="14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veridict.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868680" y="6400800"/>
            <a:ext cx="1188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merge gate for synthesized code. </a:t>
            </a:r>
            <a:pPr indent="0" marL="0">
              <a:buNone/>
            </a:pPr>
            <a:r>
              <a:rPr lang="en-US" sz="18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formal proofs verify the PR (mypy, pytest, Z3). One Longfellow ZK signature authorizes it. Zero identities revealed.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8686800"/>
            <a:ext cx="16550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8915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in 72 hours · solo · no caffeine spared.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104120" y="8915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github.com/Zkred/veridict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/ THE PROBLEM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1655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spc="-1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is</a:t>
            </a:r>
            <a:endParaRPr lang="en-US" sz="7800" dirty="0"/>
          </a:p>
        </p:txBody>
      </p:sp>
      <p:sp>
        <p:nvSpPr>
          <p:cNvPr id="7" name="Text 4"/>
          <p:cNvSpPr/>
          <p:nvPr/>
        </p:nvSpPr>
        <p:spPr>
          <a:xfrm>
            <a:off x="868680" y="3200400"/>
            <a:ext cx="1655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spc="-150" kern="0" dirty="0">
                <a:solidFill>
                  <a:srgbClr val="14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leaking trust.</a:t>
            </a:r>
            <a:endParaRPr lang="en-US" sz="7800" dirty="0"/>
          </a:p>
        </p:txBody>
      </p:sp>
      <p:sp>
        <p:nvSpPr>
          <p:cNvPr id="8" name="Text 5"/>
          <p:cNvSpPr/>
          <p:nvPr/>
        </p:nvSpPr>
        <p:spPr>
          <a:xfrm>
            <a:off x="868680" y="4572000"/>
            <a:ext cx="1655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incidents. One pattern. Different projects, same architectural hole.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5349240"/>
            <a:ext cx="80010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486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 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4088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 2024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58064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bincode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68680" y="635508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Maintainer rewrote git history while migrating off GitHub. The questions became doxxing. The project shut down permanently.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418320" y="5349240"/>
            <a:ext cx="80010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0" y="5486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 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559052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 2024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418320" y="58064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xz-utils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418320" y="635508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“Jia Tan” earned maintainer status over two years, then shipped a backdoor that nearly compromised sshd on every major Linux distro.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68680" y="7452360"/>
            <a:ext cx="80010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7589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 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40880" y="7589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 2024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8680" y="790956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curl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868680" y="845820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“My job is increasingly fact-checking the AI,” wrote Daniel Stenberg. Maintainers drown in plausible AI PRs that fail invariants.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418320" y="7452360"/>
            <a:ext cx="80010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18320" y="7589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 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5590520" y="7589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Feb 2025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418320" y="790956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vibe-coding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418320" y="845820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Karpathy coined it. The practice went mainstream anyway: ship when it looks right. Verification skipped at scale.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68680" y="9418320"/>
            <a:ext cx="16550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9555480"/>
            <a:ext cx="1655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shape: </a:t>
            </a:r>
            <a:pPr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identity-coupled trust at the centre · no formal gate before approval · reviewers paying the cost.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/ THE THESIS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1655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spc="-2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thesis.</a:t>
            </a:r>
            <a:endParaRPr lang="en-US" sz="10000" dirty="0"/>
          </a:p>
        </p:txBody>
      </p:sp>
      <p:sp>
        <p:nvSpPr>
          <p:cNvPr id="7" name="Shape 4"/>
          <p:cNvSpPr/>
          <p:nvPr/>
        </p:nvSpPr>
        <p:spPr>
          <a:xfrm>
            <a:off x="9144000" y="4572000"/>
            <a:ext cx="0" cy="36576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DECOUPLE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4937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qualified-reviewer-ness</a:t>
            </a:r>
            <a:pPr indent="0" marL="0">
              <a:buNone/>
            </a:pPr>
            <a:r>
              <a:rPr lang="en-US" sz="3200" spc="-50" kern="0" dirty="0">
                <a:solidFill>
                  <a:srgbClr val="505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</a:t>
            </a:r>
            <a:pPr indent="0" marL="0">
              <a:buNone/>
            </a:pPr>
            <a:r>
              <a:rPr lang="en-US" sz="32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pPr indent="0" marL="0">
              <a:buNone/>
            </a:pPr>
            <a:r>
              <a:rPr lang="en-US" sz="3200" spc="-50" kern="0" dirty="0">
                <a:solidFill>
                  <a:srgbClr val="505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68680" y="64008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architectural hole in open-source review is not the absence of clever tooling. It is the lack of separation between being a qualified reviewer and being a known identity.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WITH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01200" y="4937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separable primitives.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9601200" y="7680960"/>
            <a:ext cx="36576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0" y="7818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0" y="8138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gate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01200" y="8641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mypy + pytest + Z3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3716000" y="7680960"/>
            <a:ext cx="36576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0" y="7818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716000" y="8138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ZK credentials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3716000" y="8641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Longfellow MDOC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/ HOW IT WORKS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1655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spc="-1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stages.</a:t>
            </a:r>
            <a:endParaRPr lang="en-US" sz="7800" dirty="0"/>
          </a:p>
        </p:txBody>
      </p:sp>
      <p:sp>
        <p:nvSpPr>
          <p:cNvPr id="7" name="Text 4"/>
          <p:cNvSpPr/>
          <p:nvPr/>
        </p:nvSpPr>
        <p:spPr>
          <a:xfrm>
            <a:off x="868680" y="3200400"/>
            <a:ext cx="1655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spc="-150" kern="0" dirty="0">
                <a:solidFill>
                  <a:srgbClr val="14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signature.</a:t>
            </a:r>
            <a:endParaRPr lang="en-US" sz="7800" dirty="0"/>
          </a:p>
        </p:txBody>
      </p:sp>
      <p:sp>
        <p:nvSpPr>
          <p:cNvPr id="8" name="Text 5"/>
          <p:cNvSpPr/>
          <p:nvPr/>
        </p:nvSpPr>
        <p:spPr>
          <a:xfrm>
            <a:off x="868680" y="4617720"/>
            <a:ext cx="1371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on Cloud Run. The reviewer clicks once.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5257800"/>
            <a:ext cx="2606040" cy="0"/>
          </a:xfrm>
          <a:prstGeom prst="line">
            <a:avLst/>
          </a:prstGeom>
          <a:noFill/>
          <a:ln w="15875">
            <a:solidFill>
              <a:srgbClr val="08080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422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5897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68680" y="66294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Natural-language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0" y="5257800"/>
            <a:ext cx="2606040" cy="0"/>
          </a:xfrm>
          <a:prstGeom prst="line">
            <a:avLst/>
          </a:prstGeom>
          <a:noFill/>
          <a:ln w="15875">
            <a:solidFill>
              <a:srgbClr val="08080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5422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0" y="5897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657600" y="66294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emits impl,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tests, Z3 invariants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0" y="7955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446520" y="5257800"/>
            <a:ext cx="2606040" cy="0"/>
          </a:xfrm>
          <a:prstGeom prst="line">
            <a:avLst/>
          </a:prstGeom>
          <a:noFill/>
          <a:ln w="15875">
            <a:solidFill>
              <a:srgbClr val="0808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5422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46520" y="5897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446520" y="66294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mypy + pytest + Z3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server-side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46520" y="7955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&lt;3s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235440" y="5257800"/>
            <a:ext cx="2606040" cy="0"/>
          </a:xfrm>
          <a:prstGeom prst="line">
            <a:avLst/>
          </a:prstGeom>
          <a:noFill/>
          <a:ln w="15875">
            <a:solidFill>
              <a:srgbClr val="1480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35440" y="5422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235440" y="5897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9235440" y="66294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Longfellow MDOC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bound to commit SHA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2024360" y="5257800"/>
            <a:ext cx="2606040" cy="0"/>
          </a:xfrm>
          <a:prstGeom prst="line">
            <a:avLst/>
          </a:prstGeom>
          <a:noFill/>
          <a:ln w="15875">
            <a:solidFill>
              <a:srgbClr val="1480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024360" y="5422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2024360" y="5897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ZK proof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12024360" y="66294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Reviewer proves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anonymously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2024360" y="7955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~10s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4813280" y="5257800"/>
            <a:ext cx="2606040" cy="0"/>
          </a:xfrm>
          <a:prstGeom prst="line">
            <a:avLst/>
          </a:prstGeom>
          <a:noFill/>
          <a:ln w="15875">
            <a:solidFill>
              <a:srgbClr val="08080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813280" y="5422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4813280" y="5897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14813280" y="66294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Branch protection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flips to green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813280" y="7955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~7s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868680" y="9418320"/>
            <a:ext cx="1655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  </a:t>
            </a:r>
            <a:pPr indent="0" marL="0">
              <a:buNone/>
            </a:pPr>
            <a:r>
              <a:rPr lang="en-US" sz="13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~30 seconds   </a:t>
            </a:r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PR comment to merge-eligible commit status.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/ CONTRIBUTION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1655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spc="-2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built.</a:t>
            </a:r>
            <a:endParaRPr lang="en-US" sz="9000" dirty="0"/>
          </a:p>
        </p:txBody>
      </p:sp>
      <p:sp>
        <p:nvSpPr>
          <p:cNvPr id="7" name="Text 4"/>
          <p:cNvSpPr/>
          <p:nvPr/>
        </p:nvSpPr>
        <p:spPr>
          <a:xfrm>
            <a:off x="868680" y="429768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concrete pieces shipped in the timebox. Every one of them is a real file in the repo.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5212080"/>
            <a:ext cx="790956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349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91640" y="5303520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Spec-check gate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91640" y="58064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mypy + pytest + Z3 results gate ES256-signed MDOC minting.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91640" y="629107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issuer/server.py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509760" y="5212080"/>
            <a:ext cx="790956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09760" y="5349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332720" y="5303520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synthesis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332720" y="58064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emits impl, pytest suite, and Z3 invariants in one call.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332720" y="629107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issuer/synthesizer.py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6812280"/>
            <a:ext cx="790956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6949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691640" y="6903720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Longfellow patch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691640" y="74066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Reviewer namespace org.example.reviewer registered.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691640" y="789127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patches/add-reviewer-namespace.patch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509760" y="6812280"/>
            <a:ext cx="790956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9760" y="6949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332720" y="6903720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Anti-replay MDOC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332720" y="74066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Transcript = sha256(owner/repo/pr/sha) bound inside ZK session.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332720" y="789127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issuer/mdoc_builder.py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8680" y="8412480"/>
            <a:ext cx="790956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8680" y="8549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691640" y="8503920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branch gate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691640" y="90068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 pushes zk-review-gate commit status; merge gated at API level.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691640" y="949147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509760" y="8412480"/>
            <a:ext cx="790956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09760" y="8549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332720" y="8503920"/>
            <a:ext cx="7086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Pseudonyms + chips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10332720" y="90068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HMAC-derived per-PR tags; identicons; role/age/repo-count buckets.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0332720" y="9491472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backend/main.py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/ LIVE DEMO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057400"/>
            <a:ext cx="1655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spc="-1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real. </a:t>
            </a:r>
            <a:pPr indent="0" marL="0">
              <a:buNone/>
            </a:pPr>
            <a:r>
              <a:rPr lang="en-US" sz="5600" spc="-150" kern="0" dirty="0">
                <a:solidFill>
                  <a:srgbClr val="14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deployed.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68680" y="3200400"/>
            <a:ext cx="1655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views from the live deployment: the landing page and the reviewer's PR view.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3794760"/>
            <a:ext cx="809244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78408" y="3877056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79576" y="3877056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0744" y="3877056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03220" y="3840480"/>
            <a:ext cx="40233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03220" y="3840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veridict.zkred.tech</a:t>
            </a:r>
            <a:endParaRPr lang="en-US" sz="900" dirty="0"/>
          </a:p>
        </p:txBody>
      </p:sp>
      <p:pic>
        <p:nvPicPr>
          <p:cNvPr id="14" name="Image 1" descr="/sessions/sharp-wizardly-bell/mnt/outputs/img-her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087368"/>
            <a:ext cx="8092440" cy="399301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68680" y="3794760"/>
            <a:ext cx="8092440" cy="428562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26880" y="3794760"/>
            <a:ext cx="8092440" cy="292608"/>
          </a:xfrm>
          <a:prstGeom prst="rect">
            <a:avLst/>
          </a:prstGeom>
          <a:solidFill>
            <a:srgbClr val="EEEEEE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36608" y="3877056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37776" y="3877056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838944" y="3877056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361420" y="3840480"/>
            <a:ext cx="40233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361420" y="3840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veridict.zkred.tech/review/load</a:t>
            </a:r>
            <a:endParaRPr lang="en-US" sz="900" dirty="0"/>
          </a:p>
        </p:txBody>
      </p:sp>
      <p:pic>
        <p:nvPicPr>
          <p:cNvPr id="22" name="Image 2" descr="/sessions/sharp-wizardly-bell/mnt/outputs/img-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4087368"/>
            <a:ext cx="8092440" cy="399301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326880" y="3794760"/>
            <a:ext cx="8092440" cy="4285621"/>
          </a:xfrm>
          <a:prstGeom prst="rect">
            <a:avLst/>
          </a:prstGeom>
          <a:ln w="6350">
            <a:solidFill>
              <a:srgbClr val="D9D9D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8217541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LANDING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68680" y="8473573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 in with GitHub · synth or review.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9326880" y="8217541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REVIEWER VIEW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9326880" y="8473573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 diff, spec-check, approve anonymously.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68680" y="8930773"/>
            <a:ext cx="16550640" cy="0"/>
          </a:xfrm>
          <a:prstGeom prst="line">
            <a:avLst/>
          </a:prstGeom>
          <a:noFill/>
          <a:ln w="9525">
            <a:solidFill>
              <a:srgbClr val="08080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68680" y="9113653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124712" y="9067933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6A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NOW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2697480" y="9067933"/>
            <a:ext cx="1472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Zkred/veridict</a:t>
            </a:r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branch protection on   ·   2 / 2 anonymous approvals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/ RESULTS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1655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spc="-18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</a:t>
            </a:r>
            <a:pPr indent="0" marL="0">
              <a:buNone/>
            </a:pPr>
            <a:r>
              <a:rPr lang="en-US" sz="8000" spc="-180" kern="0" dirty="0">
                <a:solidFill>
                  <a:srgbClr val="14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cloud run.</a:t>
            </a:r>
            <a:endParaRPr lang="en-US" sz="8000" dirty="0"/>
          </a:p>
        </p:txBody>
      </p:sp>
      <p:pic>
        <p:nvPicPr>
          <p:cNvPr id="7" name="Image 1" descr="/sessions/sharp-wizardly-bell/mnt/outputs/results_vi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14800"/>
            <a:ext cx="9144000" cy="5715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61320" y="4114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TIMINGS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0561320" y="4407408"/>
            <a:ext cx="6858000" cy="0"/>
          </a:xfrm>
          <a:prstGeom prst="line">
            <a:avLst/>
          </a:prstGeom>
          <a:noFill/>
          <a:ln w="9525">
            <a:solidFill>
              <a:srgbClr val="08080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56132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57300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→ PR opened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632204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561320" y="4937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Spec-check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2573000" y="4937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mypy + pytest + Z3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6322040" y="4937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&lt;3s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561320" y="5303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2573000" y="5303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Longfellow ZK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6322040" y="5303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561320" y="5669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2573000" y="5669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Longfellow ZK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6322040" y="5669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0561320" y="62636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ARTIFACTS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0561320" y="6556248"/>
            <a:ext cx="6858000" cy="0"/>
          </a:xfrm>
          <a:prstGeom prst="line">
            <a:avLst/>
          </a:prstGeom>
          <a:noFill/>
          <a:ln w="9525">
            <a:solidFill>
              <a:srgbClr val="08080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561320" y="6720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size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2573000" y="6720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 approval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5956280" y="6720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 KB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0561320" y="7086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 RSS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2573000" y="7086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peak memory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5956280" y="7086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365 MB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10561320" y="7452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2573000" y="7452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MDOC, 10-min validity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5956280" y="7452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ES256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10561320" y="8046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10561320" y="8339328"/>
            <a:ext cx="6858000" cy="0"/>
          </a:xfrm>
          <a:prstGeom prst="line">
            <a:avLst/>
          </a:prstGeom>
          <a:noFill/>
          <a:ln w="9525">
            <a:solidFill>
              <a:srgbClr val="08080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561320" y="8503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12573000" y="8503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anonymous + verified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15956280" y="8503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10561320" y="8869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gate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12573000" y="8869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zk-review-gate context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15956280" y="8869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10561320" y="9235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12573000" y="9235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8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Zkred/veridict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/ TRUST MODEL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1655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spc="-2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sees what.</a:t>
            </a:r>
            <a:endParaRPr lang="en-US" sz="8400" dirty="0"/>
          </a:p>
        </p:txBody>
      </p:sp>
      <p:sp>
        <p:nvSpPr>
          <p:cNvPr id="7" name="Text 4"/>
          <p:cNvSpPr/>
          <p:nvPr/>
        </p:nvSpPr>
        <p:spPr>
          <a:xfrm>
            <a:off x="868680" y="3977640"/>
            <a:ext cx="1655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Anonymity is structural. Below: who can see which fact, from least private to most public.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55080" y="457200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21140" y="457200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ISSUER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887200" y="457200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/ CI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4653260" y="457200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 AUTHOR + GH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4956048"/>
            <a:ext cx="1655064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5120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Reviewer's true identity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55080" y="512064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self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21140" y="512064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0" y="512064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653260" y="512064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5577840"/>
            <a:ext cx="1655064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5623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OAuth identity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562356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own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21140" y="562356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0" y="562356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653260" y="562356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68680" y="6080760"/>
            <a:ext cx="1655064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6126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Spec-check result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355080" y="612648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own PR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121140" y="612648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887200" y="612648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4653260" y="612648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68680" y="6583680"/>
            <a:ext cx="1655064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8680" y="6629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ZK proof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355080" y="662940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own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121140" y="662940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1887200" y="662940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4653260" y="662940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68680" y="7086600"/>
            <a:ext cx="1655064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68680" y="7132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Pseudonym + reputation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355080" y="713232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own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121140" y="713232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1887200" y="713232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4653260" y="713232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68680" y="7589520"/>
            <a:ext cx="1655064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68680" y="7635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 count (N / req'd)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6355080" y="763524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121140" y="763524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11887200" y="763524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14653260" y="763524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868680" y="8092440"/>
            <a:ext cx="1655064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68680" y="8138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Other reviewers' identities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6355080" y="813816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9121140" y="813816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11887200" y="813816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14653260" y="8138160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868680" y="8595360"/>
            <a:ext cx="1655064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68680" y="8869680"/>
            <a:ext cx="1655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sees this  ·  </a:t>
            </a:r>
            <a:pPr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only (own credential, own PR scope)  ·  </a:t>
            </a:r>
            <a:pPr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 </a:t>
            </a:r>
            <a:pPr indent="0" marL="0">
              <a:buNone/>
            </a:pPr>
            <a:r>
              <a:rPr lang="en-US" sz="12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868680" y="9326880"/>
            <a:ext cx="1655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Note: </a:t>
            </a:r>
            <a:pPr indent="0" marL="0">
              <a:buNone/>
            </a:pPr>
            <a:r>
              <a:rPr lang="en-US" sz="1200" i="1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anonymity is toward the verifier: PR author, CI, audit trail. </a:t>
            </a:r>
            <a:pPr indent="0" marL="0">
              <a:buNone/>
            </a:pPr>
            <a:r>
              <a:rPr lang="en-US" sz="1200" b="1" i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toward the issuer. Said out loud.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80644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pPr algn="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686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/ WHAT THIS ISN'T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1655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spc="-18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limits, said out loud.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weekend prototype is allowed limits as long as it names them. Here are ours.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4617720"/>
            <a:ext cx="80010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782312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ANONYMITY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512064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nullifier yet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68680" y="5852160"/>
            <a:ext cx="8001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browser sessions = two pseudonyms for one reviewer. Fix: derive a blinded ID inside the ZK circuit.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418320" y="4617720"/>
            <a:ext cx="80010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0" y="4782312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CUSTODY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418320" y="512064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Issuer mints the device key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418320" y="5852160"/>
            <a:ext cx="8001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demo speed. A real deployment generates the device key in the browser so the issuer never sees it.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" y="7223760"/>
            <a:ext cx="80010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7388352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 COVERAGE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772668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only, for now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868680" y="8458200"/>
            <a:ext cx="8001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mypy + pytest + Z3 only run on .py files. Non-Python PRs pass through unverified. Dafny, Rust, Lean are obvious next stops.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418320" y="7223760"/>
            <a:ext cx="800100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18320" y="7388352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18320" y="772668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5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bot account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9418320" y="8458200"/>
            <a:ext cx="8001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anonymous approval posts as @anonymous-review-bot. Pseudonyms + identicons inside the comment do the distinguishing.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harp-wizardly-bell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029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VERIDICT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5590520" y="640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080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12</a:t>
            </a:r>
            <a:endParaRPr lang="en-US" sz="1200" dirty="0"/>
          </a:p>
        </p:txBody>
      </p:sp>
      <p:pic>
        <p:nvPicPr>
          <p:cNvPr id="5" name="Image 1" descr="/sessions/sharp-wizardly-bell/mnt/outpu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274320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4297680"/>
            <a:ext cx="1655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spc="-300" kern="0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1000" dirty="0"/>
          </a:p>
        </p:txBody>
      </p:sp>
      <p:sp>
        <p:nvSpPr>
          <p:cNvPr id="7" name="Text 3"/>
          <p:cNvSpPr/>
          <p:nvPr/>
        </p:nvSpPr>
        <p:spPr>
          <a:xfrm>
            <a:off x="868680" y="6400800"/>
            <a:ext cx="1655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spc="-100" kern="0" dirty="0">
                <a:solidFill>
                  <a:srgbClr val="14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anonymity should be cheaper than identity.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868680" y="7680960"/>
            <a:ext cx="16550640" cy="0"/>
          </a:xfrm>
          <a:prstGeom prst="line">
            <a:avLst/>
          </a:prstGeom>
          <a:noFill/>
          <a:ln w="12700">
            <a:solidFill>
              <a:srgbClr val="08080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7863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 IT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8680" y="8229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8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veridict.zkred.tech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144000" y="7863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48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0" y="8229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08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github.com/Zkred/veridict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68680" y="9189720"/>
            <a:ext cx="16550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9326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Sumit Vekariya · Solo · Built in 72 hours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75320" y="9326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Program Synthesis Hackathon · May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Veridict. AI writes the code. Math approves the merge.</dc:title>
  <dc:subject>PptxGenJS Presentation</dc:subject>
  <dc:creator>Sumit Vekariya</dc:creator>
  <cp:lastModifiedBy>Sumit Vekariya</cp:lastModifiedBy>
  <cp:revision>1</cp:revision>
  <dcterms:created xsi:type="dcterms:W3CDTF">2026-05-24T12:00:31Z</dcterms:created>
  <dcterms:modified xsi:type="dcterms:W3CDTF">2026-05-24T12:00:31Z</dcterms:modified>
</cp:coreProperties>
</file>